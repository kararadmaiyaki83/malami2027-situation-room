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365760" bIns="365760"/>
          <a:lstStyle/>
          <a:p>
            <a:pPr algn="ctr">
              <a:spcAft>
                <a:spcPts val="800"/>
              </a:spcAft>
            </a:pPr>
            <a:r>
              <a:rPr b="1" sz="1300">
                <a:solidFill>
                  <a:srgbClr val="10B981"/>
                </a:solidFill>
              </a:rPr>
              <a:t>AFRICAN DEMOCRATIC CONGRESS (ADC) • KEBBI 2027 GUBERNATORIAL PROJECT</a:t>
            </a:r>
          </a:p>
          <a:p>
            <a:pPr algn="ctr">
              <a:spcBef>
                <a:spcPts val="600"/>
              </a:spcBef>
              <a:spcAft>
                <a:spcPts val="400"/>
              </a:spcAft>
            </a:pPr>
            <a:r>
              <a:rPr b="1" sz="2800">
                <a:solidFill>
                  <a:srgbClr val="FFFFFF"/>
                </a:solidFill>
              </a:rPr>
              <a:t>ABUBAKAR MALAMI (SAN) ELECTION 2027 SITUATION ROOM</a:t>
            </a:r>
          </a:p>
          <a:p>
            <a:pPr algn="ctr">
              <a:spcAft>
                <a:spcPts val="1800"/>
              </a:spcAft>
            </a:pPr>
            <a:r>
              <a:rPr b="1" sz="1600">
                <a:solidFill>
                  <a:srgbClr val="F59E0B"/>
                </a:solidFill>
              </a:rPr>
              <a:t>Official Parallel Vote Tabulation (PVT) &amp; Statewide Electoral Defense Command</a:t>
            </a:r>
          </a:p>
          <a:p>
            <a:pPr algn="ctr">
              <a:spcBef>
                <a:spcPts val="1000"/>
              </a:spcBef>
            </a:pPr>
            <a:r>
              <a:rPr b="1" sz="1500">
                <a:solidFill>
                  <a:srgbClr val="FFFFFF"/>
                </a:solidFill>
              </a:rPr>
              <a:t>PREPARED FOR: ABUBAKAR MALAMI, SAN, CON</a:t>
            </a:r>
          </a:p>
          <a:p>
            <a:pPr algn="ctr">
              <a:spcAft>
                <a:spcPts val="1400"/>
              </a:spcAft>
            </a:pPr>
            <a:r>
              <a:rPr sz="1200">
                <a:solidFill>
                  <a:srgbClr val="94A3B8"/>
                </a:solidFill>
              </a:rPr>
              <a:t>Former Attorney-General of the Federation &amp; Minister of Justice | ADC Gubernatorial Candidate</a:t>
            </a:r>
          </a:p>
          <a:p>
            <a:pPr algn="ctr">
              <a:spcBef>
                <a:spcPts val="1000"/>
              </a:spcBef>
            </a:pPr>
            <a:r>
              <a:rPr b="1" sz="1250">
                <a:solidFill>
                  <a:srgbClr val="10B981"/>
                </a:solidFill>
              </a:rPr>
              <a:t>Official Platform by the Technical Team</a:t>
            </a:r>
          </a:p>
          <a:p>
            <a:pPr algn="ctr">
              <a:spcBef>
                <a:spcPts val="400"/>
              </a:spcBef>
            </a:pPr>
            <a:r>
              <a:rPr sz="1150">
                <a:solidFill>
                  <a:srgbClr val="CBD5E1"/>
                </a:solidFill>
              </a:rPr>
              <a:t>Powered by GetoCore Digital Innovation &amp; TEEM TECH Solution (Kaduna's #1 IT Companies with Election Ideas)</a:t>
            </a:r>
          </a:p>
          <a:p>
            <a:pPr algn="ctr">
              <a:spcBef>
                <a:spcPts val="400"/>
              </a:spcBef>
            </a:pPr>
            <a:r>
              <a:rPr b="1" sz="1150">
                <a:solidFill>
                  <a:srgbClr val="F59E0B"/>
                </a:solidFill>
              </a:rPr>
              <a:t>Lead IT Technical Officer: Fatima Sulaiman Umar (Hotlines: 08035533332 / 09035328748)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4114800" cy="384048"/>
          </a:xfrm>
          <a:prstGeom prst="roundRect">
            <a:avLst/>
          </a:prstGeom>
          <a:solidFill>
            <a:srgbClr val="4C0519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F43F5E"/>
                </a:solidFill>
              </a:rPr>
              <a:t>SLIDE 2: STRATEGIC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728655" cy="5943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r>
              <a:rPr b="1" sz="2200">
                <a:solidFill>
                  <a:srgbClr val="FFFFFF"/>
                </a:solidFill>
              </a:rPr>
              <a:t>Forensic Audit of 2023 vs. 2027 Winning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411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r>
              <a:rPr sz="1200">
                <a:solidFill>
                  <a:srgbClr val="94A3B8"/>
                </a:solidFill>
              </a:rPr>
              <a:t>How APC won via Section 51 manipulation and our ironclad mathematical antidote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Abubakar Malami (SAN) Situation Room • Official Platform by Technical Team • Powered by GetoCore &amp; TEEM TECH (Kaduna #1 IT) | IT: Fatima Sulaiman Umar (08035533332 / 09035328748)</a:t>
            </a:r>
            <a:r>
              <a:rPr b="1" sz="1000">
                <a:solidFill>
                  <a:srgbClr val="10B981"/>
                </a:solidFill>
              </a:rPr>
              <a:t>   |   Slide 2 of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4114800"/>
          </a:xfrm>
          <a:prstGeom prst="roundRect">
            <a:avLst/>
          </a:prstGeom>
          <a:solidFill>
            <a:srgbClr val="18121E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500">
                <a:solidFill>
                  <a:srgbClr val="FB7185"/>
                </a:solidFill>
              </a:rPr>
              <a:t>1. THE 2023 LOSS TRAP (SECTION 51)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F43F5E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45,000-Vote Lead Trap: In 2023, the leading party had a 45k vote lead but election was declared inconclusive because 91,000 PVCs were cancelled.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F43F5E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Deliberate BVAS Bypasses: Targeted polling units had synthetic over-voting triggered, forcing returning officers to cancel entire wards under Section 51.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F43F5E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Paper Disconnect: Polling unit agents had paper copies with altered figures at RAC collation centres with zero photographic or GPS timestamp proof.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F43F5E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Supplementary Defeat: Once forced into a rerun, the state machinery deployed massive security intimidation and won the fragmented supplemental poll.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114800"/>
          </a:xfrm>
          <a:prstGeom prst="roundRect">
            <a:avLst/>
          </a:prstGeom>
          <a:solidFill>
            <a:srgbClr val="06281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500">
                <a:solidFill>
                  <a:srgbClr val="34D399"/>
                </a:solidFill>
              </a:rPr>
              <a:t>2. THE 2027 MALAMI ANTIDOTE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10B981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Surplus Margin Buffer (+75k Target): Build a lead margin exceeding the statewide ceiling of cancelled PVCs, legally precluding any rerun declaration.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10B981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Anti-Over-Voting Early Warning: PU Agent PWA forbids result submission if Total Votes Cast exceeds BVAS Accredited count (Section 51 check).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10B981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Dual GPS Watermark: Form EC8A photos are encrypted with coordinates; any upload outside 15m radius is instantly quarantined as tampered.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10B981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Instant Tribunal Dossier: Form EC40G protests filed within 30 minutes with cryptographic timestamps admissible under Section 84 Evidence 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4114800" cy="384048"/>
          </a:xfrm>
          <a:prstGeom prst="roundRect">
            <a:avLst/>
          </a:prstGeom>
          <a:solidFill>
            <a:srgbClr val="082F49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38BDF8"/>
                </a:solidFill>
              </a:rPr>
              <a:t>SLIDE 3: OPERATIONS &amp;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728655" cy="5943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r>
              <a:rPr b="1" sz="2200">
                <a:solidFill>
                  <a:srgbClr val="FFFFFF"/>
                </a:solidFill>
              </a:rPr>
              <a:t>4-Tier Hierarchical Electoral Command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411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r>
              <a:rPr sz="1200">
                <a:solidFill>
                  <a:srgbClr val="94A3B8"/>
                </a:solidFill>
              </a:rPr>
              <a:t>Strict role containment ensuring impenetrable command from 3,745 PUs to State Command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Abubakar Malami (SAN) Situation Room • Official Platform by Technical Team • Powered by GetoCore &amp; TEEM TECH (Kaduna #1 IT) | IT: Fatima Sulaiman Umar (08035533332 / 09035328748)</a:t>
            </a:r>
            <a:r>
              <a:rPr b="1" sz="1000">
                <a:solidFill>
                  <a:srgbClr val="10B981"/>
                </a:solidFill>
              </a:rPr>
              <a:t>   |   Slide 3 of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2542032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300">
                <a:solidFill>
                  <a:srgbClr val="38BDF8"/>
                </a:solidFill>
              </a:rPr>
              <a:t>TIER 1: 3,745 PU AGENTS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38BD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6-Stage phaser reporting: PO arrival, BVAS 000 check, queue cutoff at 2:30pm, counting, EC8A photo upload.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38BD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Strict single-PU scoping.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38BD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Offline local SQLite storage.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38BD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100% PU coverage statewide.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920240"/>
            <a:ext cx="2542032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300">
                <a:solidFill>
                  <a:srgbClr val="34D399"/>
                </a:solidFill>
              </a:rPr>
              <a:t>TIER 2: 225 RA SUPERVISORS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Ward RAC collation oversight.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Reconciliation of constituent PUs into Form EC8B.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Instant Form EC8B CSV export.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Motorbike rapid escort details.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920240"/>
            <a:ext cx="2542032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300">
                <a:solidFill>
                  <a:srgbClr val="C084FC"/>
                </a:solidFill>
              </a:rPr>
              <a:t>TIER 3: 21 LGA SUPERVISORS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A855F7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Assigned Legal Counsel at each INEC Collation Hall.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A855F7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Form EC8C mathematical audit.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A855F7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On-site filing of Section 51 protest affidavits to EO.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A855F7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Fast-response vehicle details.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920240"/>
            <a:ext cx="2542032" cy="4114800"/>
          </a:xfrm>
          <a:prstGeom prst="roundRect">
            <a:avLst/>
          </a:prstGeom>
          <a:solidFill>
            <a:srgbClr val="06281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300">
                <a:solidFill>
                  <a:srgbClr val="F59E0B"/>
                </a:solidFill>
              </a:rPr>
              <a:t>TIER 4: STATE COMMAND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Birnin Kebbi Situation Room.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Full oversight of all 21 LGAs.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Live PVT vs IReV disparity audit.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Sec 179(2) 25% spread tracker.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Direct channel to SAN Malami.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4114800" cy="384048"/>
          </a:xfrm>
          <a:prstGeom prst="roundRect">
            <a:avLst/>
          </a:prstGeom>
          <a:solidFill>
            <a:srgbClr val="064E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10B981"/>
                </a:solidFill>
              </a:rPr>
              <a:t>SLIDE 4: TECHNOLOGY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728655" cy="5943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r>
              <a:rPr b="1" sz="2200">
                <a:solidFill>
                  <a:srgbClr val="FFFFFF"/>
                </a:solidFill>
              </a:rPr>
              <a:t>Proprietary Telemetry Engine (GetoCore × TEEM TECH)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411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r>
              <a:rPr sz="1200">
                <a:solidFill>
                  <a:srgbClr val="94A3B8"/>
                </a:solidFill>
              </a:rPr>
              <a:t>High-concurrency, offline-capable PWA with zero-plaintext cryptographic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Abubakar Malami (SAN) Situation Room • Official Platform by Technical Team • Powered by GetoCore &amp; TEEM TECH (Kaduna #1 IT) | IT: Fatima Sulaiman Umar (08035533332 / 09035328748)</a:t>
            </a:r>
            <a:r>
              <a:rPr b="1" sz="1000">
                <a:solidFill>
                  <a:srgbClr val="10B981"/>
                </a:solidFill>
              </a:rPr>
              <a:t>   |   Slide 4 of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42900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400">
                <a:solidFill>
                  <a:srgbClr val="34D399"/>
                </a:solidFill>
              </a:rPr>
              <a:t>1. OFFLINE-FIRST PWA ENGINE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Built with Next.js 14, TypeScript and Service Workers for instant mobile performance.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SAN Malami portrait featured on mobile home screen icon for instant field recognition.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Operates 100% offline in deep rural/riverine LGAs (Sakaba, Danko-Wasagu, Bagudo).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Automated sync: queued results upload automatically upon detecting cellular signal.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Ultra-low battery draw: supports 16+ hours of field operation on a single charge.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42900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400">
                <a:solidFill>
                  <a:srgbClr val="38BDF8"/>
                </a:solidFill>
              </a:rPr>
              <a:t>2. DUAL GPS &amp; IREV AUDIT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38BD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Dual forensic audit: compares PU agent Form EC8A against public INEC IReV uploads.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38BD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Geo-fence radius &lt;= 15m instantly flags illegal remote collation attempts.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38BD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Automated high-speed ingestion of IReV endpoints across all 3,745 polling units.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38BD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Instant discrepancy alerts with Form EC40G court evidence packet generation.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38BD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Admissible electronic exhibits certified under Section 84 of the Nigerian Evidence Act.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920240"/>
            <a:ext cx="342900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400">
                <a:solidFill>
                  <a:srgbClr val="F59E0B"/>
                </a:solidFill>
              </a:rPr>
              <a:t>3. BILINGUAL AI LEGAL COPILOT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Intelligent assistant with English and Hausa instant language toggle (EN | HA).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Role-aware: BVAS restart protocols, Section 51 objections, and photo capture guidance.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Encrypted SMS/USSD fallback gateway (500,000 SMS capacity) for zero-data zones.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Toll-free emergency legal dispatch hotline: 0800-ADC-MALAMI.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Direct panic dispatch: notifies LGA litigation counsel and security details in 60s.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4114800" cy="384048"/>
          </a:xfrm>
          <a:prstGeom prst="roundRect">
            <a:avLst/>
          </a:prstGeom>
          <a:solidFill>
            <a:srgbClr val="451A0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F59E0B"/>
                </a:solidFill>
              </a:rPr>
              <a:t>SLIDE 5: ELECTORAL MATHEMATICS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728655" cy="5943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r>
              <a:rPr b="1" sz="2200">
                <a:solidFill>
                  <a:srgbClr val="FFFFFF"/>
                </a:solidFill>
              </a:rPr>
              <a:t>Section 179(2) Spread &amp; Section 51 Margin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411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r>
              <a:rPr sz="1200">
                <a:solidFill>
                  <a:srgbClr val="94A3B8"/>
                </a:solidFill>
              </a:rPr>
              <a:t>Ensuring constitutional spread across 14+ LGAs and insurmountable lead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Abubakar Malami (SAN) Situation Room • Official Platform by Technical Team • Powered by GetoCore &amp; TEEM TECH (Kaduna #1 IT) | IT: Fatima Sulaiman Umar (08035533332 / 09035328748)</a:t>
            </a:r>
            <a:r>
              <a:rPr b="1" sz="1000">
                <a:solidFill>
                  <a:srgbClr val="10B981"/>
                </a:solidFill>
              </a:rPr>
              <a:t>   |   Slide 5 of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400">
                <a:solidFill>
                  <a:srgbClr val="34D399"/>
                </a:solidFill>
              </a:rPr>
              <a:t>1. SECTION 179(2) CONSTITUTIONAL SPREAD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Constitutional Threshold: Requires highest number of votes + not less than 25% of votes cast in at least 2/3 of all LGAs (14 of 21 LGAs).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Kebbi Central Tactical Fortress (7/7 LGAs): Overwhelming victory in Birnin Kebbi, Gwandu, Jega, Kalgo, Aliero, Maiyama, Bunza.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Southern Kebbi Coalition (7/7 LGAs): Historic equity alliance delivers Zuru, Danko-Wasagu, Sakaba, Fakai, Yauri, Ngaski, Shanga.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Northern Kebbi Inroads (6/7 LGAs): Strategic border parity in Argungu, Augie, Dandi, Arewa, Suru, Bagudo.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Target Achievement: ADC projects meeting 25%+ in all 21 LGAs, eliminating any legal challenge to geographical spread.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114800"/>
          </a:xfrm>
          <a:prstGeom prst="roundRect">
            <a:avLst/>
          </a:prstGeom>
          <a:solidFill>
            <a:srgbClr val="06281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400">
                <a:solidFill>
                  <a:srgbClr val="F59E0B"/>
                </a:solidFill>
              </a:rPr>
              <a:t>2. SECTION 51 SURPLUS MARGIN SHIELD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The Margin of Lead Rule: If Margin of Lead &lt; Cancelled PVCs, Returning Officer must declare election INCONCLUSIVE.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Simulated 2027 Projections for Kebbi State: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  • Total ADC Votes: 468,540 (54.5% of total votes cast)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  • Total APC Votes: 341,210 (39.7% of total votes cast)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  • Projected Lead Margin: +127,330 votes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  • Statewide Cancelled PVCs: 52,300 votes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Net Surplus Safety Buffer: +75,030 votes above cancelled PVCs.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Statutory Outcome: Decisive first-ballot declaration of Abubakar Malami SAN without rerun risk!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4114800" cy="384048"/>
          </a:xfrm>
          <a:prstGeom prst="roundRect">
            <a:avLst/>
          </a:prstGeom>
          <a:solidFill>
            <a:srgbClr val="3B076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A855F7"/>
                </a:solidFill>
              </a:rPr>
              <a:t>SLIDE 6: ROLLOUT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728655" cy="5943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r>
              <a:rPr b="1" sz="2200">
                <a:solidFill>
                  <a:srgbClr val="FFFFFF"/>
                </a:solidFill>
              </a:rPr>
              <a:t>Statewide Implementation Timeline &amp; Simulation Drills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411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r>
              <a:rPr sz="1200">
                <a:solidFill>
                  <a:srgbClr val="94A3B8"/>
                </a:solidFill>
              </a:rPr>
              <a:t>Rigorous step-by-step milestones ensuring 100% readiness prior to Election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Abubakar Malami (SAN) Situation Room • Official Platform by Technical Team • Powered by GetoCore &amp; TEEM TECH (Kaduna #1 IT) | IT: Fatima Sulaiman Umar (08035533332 / 09035328748)</a:t>
            </a:r>
            <a:r>
              <a:rPr b="1" sz="1000">
                <a:solidFill>
                  <a:srgbClr val="10B981"/>
                </a:solidFill>
              </a:rPr>
              <a:t>   |   Slide 6 of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42900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400">
                <a:solidFill>
                  <a:srgbClr val="38BDF8"/>
                </a:solidFill>
              </a:rPr>
              <a:t>PHASE 1: PROVISIONING (M-2)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38BDF8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Custom software deployment &amp; stress testing.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38BDF8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Khadimiyya Foundation &amp; ADC ward recruitment.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38BDF8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Printing 4,200 laminated QR-code photo ID badges.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38BDF8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Procurement of 3,745 backup power banks.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38BDF8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Birnin Kebbi Command Centre physical outfitting.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42900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400">
                <a:solidFill>
                  <a:srgbClr val="F59E0B"/>
                </a:solidFill>
              </a:rPr>
              <a:t>PHASE 2: SIMULATION (M-1)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F59E0B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Zonal training workshops (Central, North, South).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F59E0B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Dry-run simulation drill across all 21 LGAs.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F59E0B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Live BVAS zero-reading and mock EC8A upload.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F59E0B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SMS gateway and satellite comms stress test.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F59E0B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Serving legal protocols on INEC REC and security.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920240"/>
            <a:ext cx="3429000" cy="4114800"/>
          </a:xfrm>
          <a:prstGeom prst="roundRect">
            <a:avLst/>
          </a:prstGeom>
          <a:solidFill>
            <a:srgbClr val="06281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400">
                <a:solidFill>
                  <a:srgbClr val="34D399"/>
                </a:solidFill>
              </a:rPr>
              <a:t>PHASE 3: E-DAY EXECUTION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10B981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07:00 AM: Arrival &amp; BVAS 000 verification.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10B981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02:30 PM: Queue cutoff enforcement.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10B981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04:30 PM: Form EC8A snapping &amp; telemetry push.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10B981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08:00 PM: Form EC8B &amp; EC8C live reconciliation.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10B981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02:00 AM: Form EC8D State Declaration Defense.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4114800" cy="384048"/>
          </a:xfrm>
          <a:prstGeom prst="roundRect">
            <a:avLst/>
          </a:prstGeom>
          <a:solidFill>
            <a:srgbClr val="451A0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F59E0B"/>
                </a:solidFill>
              </a:rPr>
              <a:t>SLIDE 7: FINANCIAL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728655" cy="5943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r>
              <a:rPr b="1" sz="2200">
                <a:solidFill>
                  <a:srgbClr val="FFFFFF"/>
                </a:solidFill>
              </a:rPr>
              <a:t>Comprehensive Turnkey Budget Breakdown (₦329,000,000)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411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r>
              <a:rPr sz="1200">
                <a:solidFill>
                  <a:srgbClr val="94A3B8"/>
                </a:solidFill>
              </a:rPr>
              <a:t>Transparent, itemized capital and operational cost structure across 7 cost centers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Abubakar Malami (SAN) Situation Room • Official Platform by Technical Team • Powered by GetoCore &amp; TEEM TECH (Kaduna #1 IT) | IT: Fatima Sulaiman Umar (08035533332 / 09035328748)</a:t>
            </a:r>
            <a:r>
              <a:rPr b="1" sz="1000">
                <a:solidFill>
                  <a:srgbClr val="10B981"/>
                </a:solidFill>
              </a:rPr>
              <a:t>   |   Slide 7 of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400">
                <a:solidFill>
                  <a:srgbClr val="34D399"/>
                </a:solidFill>
              </a:rPr>
              <a:t>ITEMIZED COST CENTERS (NGN ₦)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1. Polling Unit Agent Network (3,745 PUs + 375 Runners): ₦121,725,000 (37.0%)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2. Ward (RA) Supervisors &amp; RAC Collation (225 Wards): ₦23,625,000 (7.2%)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3. LGA Collation &amp; Legal Shield Teams (21 LGAs): ₦14,175,000 (4.3%)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4. Central Situation Room &amp; Command HQ (Birnin Kebbi): ₦37,600,000 (11.4%)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5. Software Engine &amp; Telemetry (GetoCore × TEEM TECH): ₦50,000,000 (15.2%)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6. Field Kits, QR Badges &amp; 3,745 Power Banks: ₦44,082,500 (13.4%)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7. Legal Shield, CTC Procurement &amp; Contingency: ₦37,792,500 (11.5%)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TOTAL MANDATE SECURITY BUDGET: ₦329,000,000 (100.0%)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10B981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Unit Metric: Approximately ₦87,850 per Polling Unit for total victory defense.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114800"/>
          </a:xfrm>
          <a:prstGeom prst="roundRect">
            <a:avLst/>
          </a:prstGeom>
          <a:solidFill>
            <a:srgbClr val="181538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400">
                <a:solidFill>
                  <a:srgbClr val="C7D2FE"/>
                </a:solidFill>
              </a:rPr>
              <a:t>PHASED 3-TRANCHE DISBURSEMENT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818C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Tranche 1: Mobilization &amp; Tech Provisioning (40% - ₦131,600,000):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818C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  • Due at contract execution (T - 60 Days).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818C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  • Covers platform customization, cloud infra, power banks, badge printing, Birnin Kebbi Situation Room setup.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818C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/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818C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Tranche 2: Field Training &amp; Mock Simulation (35% - ₦115,150,000):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818C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  • Due upon platform readiness (T - 21 Days).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818C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  • Covers training stipends for 3,745 PU agents + 225 RA supervisors, data recharges, 21-LGA mock simulation.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818C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/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818C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Tranche 3: D-Day Operations &amp; Legal Vault (25% - ₦82,250,000):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818C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  • Due 5 days before election (T - 5 Days).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818CF8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  • Covers D-Day honoraria, RAC transport, LGA counsel retainers, 48hr Situation Room ops, CTC legal procurement.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4114800" cy="384048"/>
          </a:xfrm>
          <a:prstGeom prst="roundRect">
            <a:avLst/>
          </a:prstGeom>
          <a:solidFill>
            <a:srgbClr val="064E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10B981"/>
                </a:solidFill>
              </a:rPr>
              <a:t>SLIDE 8: GOVERNANCE &amp; CALL TO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728655" cy="5943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r>
              <a:rPr b="1" sz="2200">
                <a:solidFill>
                  <a:srgbClr val="FFFFFF"/>
                </a:solidFill>
              </a:rPr>
              <a:t>Accountability Controls &amp; Project Commissioning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411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r>
              <a:rPr sz="1200">
                <a:solidFill>
                  <a:srgbClr val="94A3B8"/>
                </a:solidFill>
              </a:rPr>
              <a:t>Guaranteed auditability, zero waste, and immediate next steps for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728655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Abubakar Malami (SAN) Situation Room • Official Platform by Technical Team • Powered by GetoCore &amp; TEEM TECH (Kaduna #1 IT) | IT: Fatima Sulaiman Umar (08035533332 / 09035328748)</a:t>
            </a:r>
            <a:r>
              <a:rPr b="1" sz="1000">
                <a:solidFill>
                  <a:srgbClr val="10B981"/>
                </a:solidFill>
              </a:rPr>
              <a:t>   |   Slide 8 of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400">
                <a:solidFill>
                  <a:srgbClr val="38BDF8"/>
                </a:solidFill>
              </a:rPr>
              <a:t>FINANCIAL GOVERNANCE &amp; AUDIT TRAIL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38BDF8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Biometric / Phone Number Validation: Agent payments disbursed via direct bank transfer tied to verified PVC and accredited PU code. Zero cash leakage.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38BDF8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Milestone-Linked Escrow: Tranches released strictly upon verified delivery of each phase (e.g. 100% badge verification before Tranche 2).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38BDF8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Zero-Waste Protocol: Reusable assets (screens, laptops, Starlink terminals, inverters) remain permanent campaign / foundation property.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100">
                <a:solidFill>
                  <a:srgbClr val="38BDF8"/>
                </a:solidFill>
              </a:rPr>
              <a:t>• </a:t>
            </a:r>
            <a:r>
              <a:rPr sz="1100">
                <a:solidFill>
                  <a:srgbClr val="CBD5E1"/>
                </a:solidFill>
              </a:rPr>
              <a:t>Real-Time Expenditure Telemetry: Financial dashboard tracking every disbursement across all 21 Local Government Areas.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114800"/>
          </a:xfrm>
          <a:prstGeom prst="roundRect">
            <a:avLst/>
          </a:prstGeom>
          <a:solidFill>
            <a:srgbClr val="06281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</a:pPr>
            <a:r>
              <a:rPr b="1" sz="1400">
                <a:solidFill>
                  <a:srgbClr val="F59E0B"/>
                </a:solidFill>
              </a:rPr>
              <a:t>EXECUTIVE SIGN-OFF &amp; COMMISSIONING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Immediate Next Steps: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  1. Formal approval of the ₦329M Budget and 3-Tranche Schedule.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  2. Commissioning of GetoCore Digital Innovation &amp; TEEM TECH Solution as Lead Electoral Systems Architects.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  3. Establishment of the Birnin Kebbi Situation Room facility lease.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/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Lead IT Technical Officer: Fatima Sulaiman Umar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Support Hotlines: 08035533332 / 09035328748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/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b="1" sz="1050">
                <a:solidFill>
                  <a:srgbClr val="F59E0B"/>
                </a:solidFill>
              </a:rPr>
              <a:t>• </a:t>
            </a:r>
            <a:r>
              <a:rPr sz="1050">
                <a:solidFill>
                  <a:srgbClr val="CBD5E1"/>
                </a:solidFill>
              </a:rPr>
              <a:t>Confidence Commitment: This architecture guarantees that every vote cast for Abubakar Malami, SAN in all 3,745 PUs is counted, transmitted, and legally defended to the Supreme Court.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